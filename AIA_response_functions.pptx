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41EA3-9A50-3733-2232-727C21426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BD7FDC-554C-CA5D-96A8-426ED8248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6A230-387B-5BFF-3B06-2E38D4EE1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A7E9-2842-EB4A-A538-B6D599C0B0B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11492-861B-F08B-F41A-52A5EED84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4BF06-6B9C-F452-12AA-C1223E632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CF8B-2C3F-E24A-92FA-A3231B70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47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1BCA3-3A14-E75D-5010-1DC48B3B7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957BE-57EB-4DBA-A24F-9F53D7573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807D4-63F4-5E1C-2362-563987C2F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A7E9-2842-EB4A-A538-B6D599C0B0B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FBE8A-8DA7-3CBD-6145-830A7AA0A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BF72-3876-37EF-73D1-2900655A0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CF8B-2C3F-E24A-92FA-A3231B70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03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68A11-027F-6D45-435B-D14D00AEF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115C2-EC11-8899-6392-96695B40C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2F02A-FDC1-4CB5-BC90-2F533D8A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A7E9-2842-EB4A-A538-B6D599C0B0B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4C9D2-B782-3C6C-C432-3CA71D13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13903-1695-536E-CDFB-406DAC2B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CF8B-2C3F-E24A-92FA-A3231B70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4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0BF4-1540-FE94-EF33-575703DE8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3FF9F-C2EF-1185-5406-853C4F7D97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D2659-FD61-D15B-CD53-20DFE98FF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954B7-FE55-FCE0-885D-6C7C8B21D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A7E9-2842-EB4A-A538-B6D599C0B0B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DB771-8DDA-A1DC-8DE5-3E060599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36784-A6DD-0FF9-27AA-1A2C6C0E6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CF8B-2C3F-E24A-92FA-A3231B70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05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8EBCA-2F09-AE1B-DE05-305C8398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35947-B059-A08B-69AC-743B54AB2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8B4E4-CFEF-B2A5-EB6A-514473D35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7B0D6-7335-2D7C-D447-CBB6F009A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3559E-5470-6339-9D4C-2BC91682EA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E425A5-29B4-33A3-6A41-988ACDF0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A7E9-2842-EB4A-A538-B6D599C0B0B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71E3AB-4F26-6AB7-E85C-F0860ECEE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330989-274F-E5AB-6A43-2E0D39B59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CF8B-2C3F-E24A-92FA-A3231B70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58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05D8D-7829-EF91-BC38-4C92D1000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8BD23-B60F-DE24-55DD-35750545C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A7E9-2842-EB4A-A538-B6D599C0B0B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B5E834-0096-2D14-0E32-7FFB9289D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FE93B0-A23B-875D-7118-FA31C819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CF8B-2C3F-E24A-92FA-A3231B70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35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E90F43-BE23-E5FB-387B-980A7FC1E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A7E9-2842-EB4A-A538-B6D599C0B0B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7A4FAA-F43E-6AA6-5A90-E038A946C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0B52A-3E0B-9A3F-ADEA-97B8130D0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CF8B-2C3F-E24A-92FA-A3231B70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04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29B69-E3DD-8C3F-BC7B-7ACF54B23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6F50F-B53E-AE39-B8AA-91BD69B1D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76CE7-AFDD-C8D5-1298-2B0636633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913D3-8580-C777-CB2D-91A6D617C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A7E9-2842-EB4A-A538-B6D599C0B0B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81A97-1374-6EC7-C461-D0622C90F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98DFF-D4AD-92C8-A966-BA6B9480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CF8B-2C3F-E24A-92FA-A3231B70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293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A1F8-0FDC-82FD-F120-79EA7062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BF8683-5330-9D02-36D0-170D3B79A02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F1959-A035-54FB-CE5D-088363114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E71A5-FC48-EE9D-C2C9-0EC0BB5D6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A7E9-2842-EB4A-A538-B6D599C0B0B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8E152-4D45-6859-B7E0-030DF4A06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51BB5-2AF1-42DC-FF1E-F7D8AD57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CF8B-2C3F-E24A-92FA-A3231B70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68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5433-782A-197B-7854-06F88BC00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D7BD6-D0E7-AC7E-DAA3-3F5760B16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70A28-88C6-E287-6D0E-9C9DA892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A7E9-2842-EB4A-A538-B6D599C0B0B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D27CE-E1E8-9DB8-6864-0183E62FD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E32CD-8B0A-9FB6-54FD-919D021F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CF8B-2C3F-E24A-92FA-A3231B70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344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0D134E-023F-FE6C-CEFB-8693307003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817B78-D504-3A41-A152-ADCBE564F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EA169-2DB7-DACE-BED1-B4D66AED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A7E9-2842-EB4A-A538-B6D599C0B0B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085DD-937F-8EC5-CF58-1B3BF99E7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B47BD-63BF-6587-C26F-3F1A03B9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CF8B-2C3F-E24A-92FA-A3231B70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01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AF0D5D-4B8D-B8B5-1598-BC77B02AA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78249-7147-03D1-1C6B-547F86EA9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DFF37-D77D-789F-BF7A-0797696B64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93A7E9-2842-EB4A-A538-B6D599C0B0B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8B7A7-2FC2-8D41-29A6-8C793674F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8A34D-400D-B9F8-5A5A-102B40091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49CF8B-2C3F-E24A-92FA-A3231B708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8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0ADC69-7504-5C48-5FD7-718DDD3B8732}"/>
              </a:ext>
            </a:extLst>
          </p:cNvPr>
          <p:cNvSpPr txBox="1"/>
          <p:nvPr/>
        </p:nvSpPr>
        <p:spPr>
          <a:xfrm>
            <a:off x="965183" y="382772"/>
            <a:ext cx="105063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AIA response functions with different abundance datasets.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26E1C5-9AF8-7513-85BA-4EE300932E8D}"/>
              </a:ext>
            </a:extLst>
          </p:cNvPr>
          <p:cNvSpPr txBox="1"/>
          <p:nvPr/>
        </p:nvSpPr>
        <p:spPr>
          <a:xfrm>
            <a:off x="3355987" y="1935125"/>
            <a:ext cx="5480026" cy="3279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Chianti version: 11.02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AIA effective area version: 10 (applied /dn)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Abundance database: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/>
              <a:t>sun_photospheric_2021_Asplund.abund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/>
              <a:t>sun_coronal_2021_chianti.abund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/>
              <a:t>sun_coronal_1992_feldman_ext.abund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q"/>
            </a:pP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6A0AC5-764E-63EE-569F-0C50C47EF829}"/>
              </a:ext>
            </a:extLst>
          </p:cNvPr>
          <p:cNvSpPr txBox="1"/>
          <p:nvPr/>
        </p:nvSpPr>
        <p:spPr>
          <a:xfrm>
            <a:off x="646894" y="4772985"/>
            <a:ext cx="8519140" cy="1928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rgbClr val="00B050"/>
                </a:solidFill>
              </a:rPr>
              <a:t>Also compare chianti responses with SSW calculated response: </a:t>
            </a:r>
            <a:r>
              <a:rPr lang="en-US" dirty="0">
                <a:solidFill>
                  <a:srgbClr val="00B050"/>
                </a:solidFill>
              </a:rPr>
              <a:t>	</a:t>
            </a:r>
            <a:r>
              <a:rPr lang="en-US" sz="1500" dirty="0" err="1"/>
              <a:t>tresp</a:t>
            </a:r>
            <a:r>
              <a:rPr lang="en-US" sz="1500" dirty="0"/>
              <a:t>=</a:t>
            </a:r>
            <a:r>
              <a:rPr lang="en-US" sz="1500" dirty="0" err="1"/>
              <a:t>aia_get_response</a:t>
            </a:r>
            <a:r>
              <a:rPr lang="en-US" sz="1500" dirty="0"/>
              <a:t>(/temperature,/dn, </a:t>
            </a:r>
            <a:r>
              <a:rPr lang="en-US" sz="1500" dirty="0" err="1"/>
              <a:t>timedepend_date</a:t>
            </a:r>
            <a:r>
              <a:rPr lang="en-US" sz="1500" dirty="0"/>
              <a:t>=‘1-May-2010’,/area):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In SSW calculation empirical correction (</a:t>
            </a:r>
            <a:r>
              <a:rPr lang="en-US" sz="1500" dirty="0" err="1"/>
              <a:t>chiantifix</a:t>
            </a:r>
            <a:r>
              <a:rPr lang="en-US" sz="1500" dirty="0"/>
              <a:t>) is not applied. 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SSW calculations are based on Chianti version-9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SSW calculations used Feldman coronal abundances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D7BCCC-7007-42C9-5509-95849E19AD6E}"/>
              </a:ext>
            </a:extLst>
          </p:cNvPr>
          <p:cNvSpPr txBox="1"/>
          <p:nvPr/>
        </p:nvSpPr>
        <p:spPr>
          <a:xfrm>
            <a:off x="10146535" y="6055452"/>
            <a:ext cx="1756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Biswajit Mondal</a:t>
            </a:r>
          </a:p>
          <a:p>
            <a:r>
              <a:rPr lang="en-US" dirty="0"/>
              <a:t>Oct.15.2026</a:t>
            </a:r>
          </a:p>
        </p:txBody>
      </p:sp>
    </p:spTree>
    <p:extLst>
      <p:ext uri="{BB962C8B-B14F-4D97-AF65-F5344CB8AC3E}">
        <p14:creationId xmlns:p14="http://schemas.microsoft.com/office/powerpoint/2010/main" val="3646351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4A58D-2852-EFBE-5B4D-087FE198D906}"/>
              </a:ext>
            </a:extLst>
          </p:cNvPr>
          <p:cNvSpPr txBox="1"/>
          <p:nvPr/>
        </p:nvSpPr>
        <p:spPr>
          <a:xfrm>
            <a:off x="371094" y="1161288"/>
            <a:ext cx="3438144" cy="1239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Comparison: AIA 94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51519B-DA03-D430-C683-78276503646A}"/>
              </a:ext>
            </a:extLst>
          </p:cNvPr>
          <p:cNvSpPr txBox="1"/>
          <p:nvPr/>
        </p:nvSpPr>
        <p:spPr>
          <a:xfrm>
            <a:off x="301255" y="3571180"/>
            <a:ext cx="4788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passband show significant deviation in between 6.0&lt; </a:t>
            </a:r>
            <a:r>
              <a:rPr lang="en-US" dirty="0" err="1"/>
              <a:t>logT</a:t>
            </a:r>
            <a:r>
              <a:rPr lang="en-US" dirty="0"/>
              <a:t> &lt; 6.5 .</a:t>
            </a:r>
          </a:p>
          <a:p>
            <a:r>
              <a:rPr lang="en-US" b="1" dirty="0"/>
              <a:t>- Change of atomic data in new Chianti version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FA4C4F-BE08-9814-5766-A778E4525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906" y="954383"/>
            <a:ext cx="6921839" cy="49492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FA53C7-A9A3-009F-4E71-CFF3A09F673B}"/>
              </a:ext>
            </a:extLst>
          </p:cNvPr>
          <p:cNvSpPr txBox="1"/>
          <p:nvPr/>
        </p:nvSpPr>
        <p:spPr>
          <a:xfrm>
            <a:off x="5879528" y="2883307"/>
            <a:ext cx="3870400" cy="64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Solid line: SSW calculated response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662975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64E363-7D9D-152E-2A6A-855D17ADA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3" name="Freeform: Shape 5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5" name="Freeform: Shape 5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EDC31E-3AFA-A316-88D4-D8BA739DD46A}"/>
              </a:ext>
            </a:extLst>
          </p:cNvPr>
          <p:cNvSpPr txBox="1"/>
          <p:nvPr/>
        </p:nvSpPr>
        <p:spPr>
          <a:xfrm>
            <a:off x="371094" y="1161288"/>
            <a:ext cx="3438144" cy="1239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Comparison: AIA 131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967C69-FD31-D46F-BADC-C8379F594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267" y="1004674"/>
            <a:ext cx="6921840" cy="49492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929EF2-85C0-223A-15EF-07F785A62228}"/>
              </a:ext>
            </a:extLst>
          </p:cNvPr>
          <p:cNvSpPr txBox="1"/>
          <p:nvPr/>
        </p:nvSpPr>
        <p:spPr>
          <a:xfrm>
            <a:off x="6704665" y="4800242"/>
            <a:ext cx="3870400" cy="64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Solid line: SSW calculated response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DF8FFB-6BE4-3BDA-CD73-816AB79C13A9}"/>
              </a:ext>
            </a:extLst>
          </p:cNvPr>
          <p:cNvSpPr txBox="1"/>
          <p:nvPr/>
        </p:nvSpPr>
        <p:spPr>
          <a:xfrm>
            <a:off x="863008" y="3002711"/>
            <a:ext cx="2549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Overall good agreement</a:t>
            </a:r>
          </a:p>
        </p:txBody>
      </p:sp>
    </p:spTree>
    <p:extLst>
      <p:ext uri="{BB962C8B-B14F-4D97-AF65-F5344CB8AC3E}">
        <p14:creationId xmlns:p14="http://schemas.microsoft.com/office/powerpoint/2010/main" val="3949580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EBB04B-7DA6-8F0F-D881-262725C3F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281E32-1D7B-C45A-4C0D-0FB8B7119F9C}"/>
              </a:ext>
            </a:extLst>
          </p:cNvPr>
          <p:cNvSpPr txBox="1"/>
          <p:nvPr/>
        </p:nvSpPr>
        <p:spPr>
          <a:xfrm>
            <a:off x="371094" y="1161288"/>
            <a:ext cx="3438144" cy="1239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Comparison: AIA 171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91A48A-237E-7EE1-DBEF-9173A4256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267" y="1023596"/>
            <a:ext cx="6921840" cy="49492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6CAE0B-02AE-1B05-3212-E40368404286}"/>
              </a:ext>
            </a:extLst>
          </p:cNvPr>
          <p:cNvSpPr txBox="1"/>
          <p:nvPr/>
        </p:nvSpPr>
        <p:spPr>
          <a:xfrm>
            <a:off x="6096000" y="4734141"/>
            <a:ext cx="3870400" cy="64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Solid line: SSW calculated response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03B2BD-DD9F-58D8-88E5-16282CFA0D40}"/>
              </a:ext>
            </a:extLst>
          </p:cNvPr>
          <p:cNvSpPr txBox="1"/>
          <p:nvPr/>
        </p:nvSpPr>
        <p:spPr>
          <a:xfrm>
            <a:off x="863008" y="3002711"/>
            <a:ext cx="2549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Overall good agreement</a:t>
            </a:r>
          </a:p>
        </p:txBody>
      </p:sp>
    </p:spTree>
    <p:extLst>
      <p:ext uri="{BB962C8B-B14F-4D97-AF65-F5344CB8AC3E}">
        <p14:creationId xmlns:p14="http://schemas.microsoft.com/office/powerpoint/2010/main" val="1970042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C500B-D5DB-F802-9EF5-618B6D7F0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8ED760-DD39-D8D3-1691-283F5C89207A}"/>
              </a:ext>
            </a:extLst>
          </p:cNvPr>
          <p:cNvSpPr txBox="1"/>
          <p:nvPr/>
        </p:nvSpPr>
        <p:spPr>
          <a:xfrm>
            <a:off x="371094" y="1161288"/>
            <a:ext cx="3438144" cy="1239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Comparison: AIA 193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7CB88B-B305-8717-EF40-1B3CFFE2A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017359"/>
            <a:ext cx="6894923" cy="49299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70F134-E9C6-C1BC-4904-CDF046C985F7}"/>
              </a:ext>
            </a:extLst>
          </p:cNvPr>
          <p:cNvSpPr txBox="1"/>
          <p:nvPr/>
        </p:nvSpPr>
        <p:spPr>
          <a:xfrm>
            <a:off x="6188454" y="1285861"/>
            <a:ext cx="3870400" cy="64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Solid line: SSW calculated response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11D801-39EB-F64C-9499-F1C767259B52}"/>
              </a:ext>
            </a:extLst>
          </p:cNvPr>
          <p:cNvSpPr txBox="1"/>
          <p:nvPr/>
        </p:nvSpPr>
        <p:spPr>
          <a:xfrm>
            <a:off x="863008" y="3002711"/>
            <a:ext cx="2549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Overall good agreement</a:t>
            </a:r>
          </a:p>
        </p:txBody>
      </p:sp>
    </p:spTree>
    <p:extLst>
      <p:ext uri="{BB962C8B-B14F-4D97-AF65-F5344CB8AC3E}">
        <p14:creationId xmlns:p14="http://schemas.microsoft.com/office/powerpoint/2010/main" val="4000728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7E3DE-1BAE-DD89-91C4-638F1B476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58A3D-7AD9-A1CB-07E3-F90B5E5D341A}"/>
              </a:ext>
            </a:extLst>
          </p:cNvPr>
          <p:cNvSpPr txBox="1"/>
          <p:nvPr/>
        </p:nvSpPr>
        <p:spPr>
          <a:xfrm>
            <a:off x="371094" y="1161288"/>
            <a:ext cx="3438144" cy="1239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Comparison: AIA 211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CA3714-305F-2E22-8B22-16A267637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632" y="1032720"/>
            <a:ext cx="6922008" cy="49493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D569DD-CD93-8B61-6A19-C3F61CB12F54}"/>
              </a:ext>
            </a:extLst>
          </p:cNvPr>
          <p:cNvSpPr txBox="1"/>
          <p:nvPr/>
        </p:nvSpPr>
        <p:spPr>
          <a:xfrm>
            <a:off x="5967663" y="4612955"/>
            <a:ext cx="3870400" cy="64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Solid line: SSW calculated response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FFA76A-6981-722A-6CE6-990B8D9DC0D8}"/>
              </a:ext>
            </a:extLst>
          </p:cNvPr>
          <p:cNvSpPr txBox="1"/>
          <p:nvPr/>
        </p:nvSpPr>
        <p:spPr>
          <a:xfrm>
            <a:off x="863008" y="3002711"/>
            <a:ext cx="2549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Overall good agreement</a:t>
            </a:r>
          </a:p>
        </p:txBody>
      </p:sp>
    </p:spTree>
    <p:extLst>
      <p:ext uri="{BB962C8B-B14F-4D97-AF65-F5344CB8AC3E}">
        <p14:creationId xmlns:p14="http://schemas.microsoft.com/office/powerpoint/2010/main" val="336038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FD5089-CE15-9A9D-9481-06EA52F00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56F64-B8E5-E8F1-8A03-3D9B0D91EAC6}"/>
              </a:ext>
            </a:extLst>
          </p:cNvPr>
          <p:cNvSpPr txBox="1"/>
          <p:nvPr/>
        </p:nvSpPr>
        <p:spPr>
          <a:xfrm>
            <a:off x="371094" y="1161288"/>
            <a:ext cx="3438144" cy="1239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Comparison: AIA 304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9C7F00-16EC-FE74-3543-9236774B1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628" y="1029785"/>
            <a:ext cx="6921839" cy="49492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748179-5DB8-14B9-17CD-BCD0A3AE066F}"/>
              </a:ext>
            </a:extLst>
          </p:cNvPr>
          <p:cNvSpPr txBox="1"/>
          <p:nvPr/>
        </p:nvSpPr>
        <p:spPr>
          <a:xfrm>
            <a:off x="5835460" y="5036252"/>
            <a:ext cx="3870400" cy="64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Solid line: SSW calculated response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042DC-A2FC-CFDB-91E5-E99B1F62622E}"/>
              </a:ext>
            </a:extLst>
          </p:cNvPr>
          <p:cNvSpPr txBox="1"/>
          <p:nvPr/>
        </p:nvSpPr>
        <p:spPr>
          <a:xfrm>
            <a:off x="0" y="2874824"/>
            <a:ext cx="4770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passband show significant deviation.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SSW uses some empirical factor to compensate optically thick He-II emission?</a:t>
            </a:r>
          </a:p>
        </p:txBody>
      </p:sp>
    </p:spTree>
    <p:extLst>
      <p:ext uri="{BB962C8B-B14F-4D97-AF65-F5344CB8AC3E}">
        <p14:creationId xmlns:p14="http://schemas.microsoft.com/office/powerpoint/2010/main" val="4006418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A5235-4EEC-4CE6-0A7F-B0DDE7532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EA36C7-86A6-0508-8956-9248645BDAD3}"/>
              </a:ext>
            </a:extLst>
          </p:cNvPr>
          <p:cNvSpPr txBox="1"/>
          <p:nvPr/>
        </p:nvSpPr>
        <p:spPr>
          <a:xfrm>
            <a:off x="371094" y="1161288"/>
            <a:ext cx="3438144" cy="1239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Comparison: AIA 335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E05E28-6183-8B23-4E92-E8D4A9456DDA}"/>
              </a:ext>
            </a:extLst>
          </p:cNvPr>
          <p:cNvSpPr txBox="1"/>
          <p:nvPr/>
        </p:nvSpPr>
        <p:spPr>
          <a:xfrm>
            <a:off x="863008" y="3002711"/>
            <a:ext cx="2549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Overall good agreement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C423DC-800E-CE25-957E-E46BE25C7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099" y="1035866"/>
            <a:ext cx="6922008" cy="49493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37EF3A-4764-FE86-3638-2F5BE66CEFC5}"/>
              </a:ext>
            </a:extLst>
          </p:cNvPr>
          <p:cNvSpPr txBox="1"/>
          <p:nvPr/>
        </p:nvSpPr>
        <p:spPr>
          <a:xfrm>
            <a:off x="7443923" y="2864212"/>
            <a:ext cx="3870400" cy="64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Solid line: SSW calculated response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701719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241</Words>
  <Application>Microsoft Macintosh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Mondal, Biswajit (MSFC-ST12)[UAH]</dc:creator>
  <cp:lastModifiedBy>Mondal, Biswajit (MSFC-ST12)[UAH]</cp:lastModifiedBy>
  <cp:revision>8</cp:revision>
  <dcterms:created xsi:type="dcterms:W3CDTF">2026-10-12T20:46:59Z</dcterms:created>
  <dcterms:modified xsi:type="dcterms:W3CDTF">2026-10-16T02:13:24Z</dcterms:modified>
</cp:coreProperties>
</file>