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41EA3-9A50-3733-2232-727C214265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BD7FDC-554C-CA5D-96A8-426ED82489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B6A230-387B-5BFF-3B06-2E38D4EE1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011492-861B-F08B-F41A-52A5EED84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94BF06-6B9C-F452-12AA-C1223E632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4714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1BCA3-3A14-E75D-5010-1DC48B3B7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957BE-57EB-4DBA-A24F-9F53D75734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E807D4-63F4-5E1C-2362-563987C2F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0FBE8A-8DA7-3CBD-6145-830A7AA0A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BF72-3876-37EF-73D1-2900655A0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7036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68A11-027F-6D45-435B-D14D00AEF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9115C2-EC11-8899-6392-96695B40C3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2F02A-FDC1-4CB5-BC90-2F533D8A6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04C9D2-B782-3C6C-C432-3CA71D13A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213903-1695-536E-CDFB-406DAC2B9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946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40BF4-1540-FE94-EF33-575703DE8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63FF9F-C2EF-1185-5406-853C4F7D97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D2659-FD61-D15B-CD53-20DFE98FFC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7954B7-FE55-FCE0-885D-6C7C8B21D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ADB771-8DDA-A1DC-8DE5-3E060599A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36784-A6DD-0FF9-27AA-1A2C6C0E6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4056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8EBCA-2F09-AE1B-DE05-305C8398F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635947-B059-A08B-69AC-743B54AB25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F8B4E4-CFEF-B2A5-EB6A-514473D358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F7B0D6-7335-2D7C-D447-CBB6F009A3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53559E-5470-6339-9D4C-2BC91682EA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E425A5-29B4-33A3-6A41-988ACDF06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71E3AB-4F26-6AB7-E85C-F0860ECEE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330989-274F-E5AB-6A43-2E0D39B59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758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05D8D-7829-EF91-BC38-4C92D1000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8BD23-B60F-DE24-55DD-35750545C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B5E834-0096-2D14-0E32-7FFB9289D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FE93B0-A23B-875D-7118-FA31C8190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3355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E90F43-BE23-E5FB-387B-980A7FC1E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7A4FAA-F43E-6AA6-5A90-E038A946C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60B52A-3E0B-9A3F-ADEA-97B8130D0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0041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29B69-E3DD-8C3F-BC7B-7ACF54B23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6F50F-B53E-AE39-B8AA-91BD69B1DB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B76CE7-AFDD-C8D5-1298-2B06366338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E913D3-8580-C777-CB2D-91A6D617C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E81A97-1374-6EC7-C461-D0622C90F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398DFF-D4AD-92C8-A966-BA6B94803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2930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9A1F8-0FDC-82FD-F120-79EA70626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BF8683-5330-9D02-36D0-170D3B79A02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9F1959-A035-54FB-CE5D-088363114E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CE71A5-FC48-EE9D-C2C9-0EC0BB5D6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38E152-4D45-6859-B7E0-030DF4A06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951BB5-2AF1-42DC-FF1E-F7D8AD572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8686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A5433-782A-197B-7854-06F88BC00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2D7BD6-D0E7-AC7E-DAA3-3F5760B16A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970A28-88C6-E287-6D0E-9C9DA892C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8D27CE-E1E8-9DB8-6864-0183E62FD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E32CD-8B0A-9FB6-54FD-919D021F0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3445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0D134E-023F-FE6C-CEFB-8693307003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817B78-D504-3A41-A152-ADCBE564F7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CEA169-2DB7-DACE-BED1-B4D66AED7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3A7E9-2842-EB4A-A538-B6D599C0B0B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5085DD-937F-8EC5-CF58-1B3BF99E7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DB47BD-63BF-6587-C26F-3F1A03B96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901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AF0D5D-4B8D-B8B5-1598-BC77B02AA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378249-7147-03D1-1C6B-547F86EA9A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FDFF37-D77D-789F-BF7A-0797696B64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93A7E9-2842-EB4A-A538-B6D599C0B0B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18B7A7-2FC2-8D41-29A6-8C793674FF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8A34D-400D-B9F8-5A5A-102B400913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49CF8B-2C3F-E24A-92FA-A3231B708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688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B0ADC69-7504-5C48-5FD7-718DDD3B8732}"/>
              </a:ext>
            </a:extLst>
          </p:cNvPr>
          <p:cNvSpPr txBox="1"/>
          <p:nvPr/>
        </p:nvSpPr>
        <p:spPr>
          <a:xfrm>
            <a:off x="965183" y="382772"/>
            <a:ext cx="105063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AIA response functions with different abundance datasets.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26E1C5-9AF8-7513-85BA-4EE300932E8D}"/>
              </a:ext>
            </a:extLst>
          </p:cNvPr>
          <p:cNvSpPr txBox="1"/>
          <p:nvPr/>
        </p:nvSpPr>
        <p:spPr>
          <a:xfrm>
            <a:off x="3355987" y="1935125"/>
            <a:ext cx="5480026" cy="3279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Chianti version: 11.02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AIA effective area version: 10 (applied /dn)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Abundance database: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2000" dirty="0"/>
              <a:t>sun_photospheric_2021_Asplund.abund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2000" dirty="0"/>
              <a:t>sun_coronal_2021_chianti.abund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US" sz="2000" dirty="0"/>
              <a:t>sun_coronal_1992_feldman_ext.abund 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q"/>
            </a:pP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6A0AC5-764E-63EE-569F-0C50C47EF829}"/>
              </a:ext>
            </a:extLst>
          </p:cNvPr>
          <p:cNvSpPr txBox="1"/>
          <p:nvPr/>
        </p:nvSpPr>
        <p:spPr>
          <a:xfrm>
            <a:off x="911299" y="4928448"/>
            <a:ext cx="10369402" cy="883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Also compare chianti responses with SSW calculated response: </a:t>
            </a:r>
            <a:r>
              <a:rPr lang="en-US" dirty="0" err="1"/>
              <a:t>tresp</a:t>
            </a:r>
            <a:r>
              <a:rPr lang="en-US" dirty="0"/>
              <a:t>=</a:t>
            </a:r>
            <a:r>
              <a:rPr lang="en-US" dirty="0" err="1"/>
              <a:t>aia_get_response</a:t>
            </a:r>
            <a:r>
              <a:rPr lang="en-US" dirty="0"/>
              <a:t>(/temperature,/dn, </a:t>
            </a:r>
            <a:r>
              <a:rPr lang="en-US" dirty="0" err="1"/>
              <a:t>timedepend_date</a:t>
            </a:r>
            <a:r>
              <a:rPr lang="en-US" dirty="0"/>
              <a:t>=‘</a:t>
            </a:r>
            <a:r>
              <a:rPr lang="en-US"/>
              <a:t>1-May-2010’,/area):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6351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1" name="Freeform: Shape 40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3" name="Freeform: Shape 42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B4A58D-2852-EFBE-5B4D-087FE198D906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94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BD3680-8A84-145E-967A-AC67416A0CE6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51519B-DA03-D430-C683-78276503646A}"/>
              </a:ext>
            </a:extLst>
          </p:cNvPr>
          <p:cNvSpPr txBox="1"/>
          <p:nvPr/>
        </p:nvSpPr>
        <p:spPr>
          <a:xfrm>
            <a:off x="368808" y="5910094"/>
            <a:ext cx="69508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passband show significant deviation in between 6.0&lt; </a:t>
            </a:r>
            <a:r>
              <a:rPr lang="en-US" dirty="0" err="1"/>
              <a:t>logT</a:t>
            </a:r>
            <a:r>
              <a:rPr lang="en-US" dirty="0"/>
              <a:t> &lt; 6.5 .</a:t>
            </a:r>
          </a:p>
          <a:p>
            <a:r>
              <a:rPr lang="en-US" b="1" dirty="0"/>
              <a:t>- Change of atomic data in new Chianti </a:t>
            </a:r>
            <a:r>
              <a:rPr lang="en-US" b="1"/>
              <a:t>version ?</a:t>
            </a:r>
            <a:endParaRPr 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FA4C4F-BE08-9814-5766-A778E4525C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8906" y="954383"/>
            <a:ext cx="6921839" cy="4949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9753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64E363-7D9D-152E-2A6A-855D17ADA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53" name="Freeform: Shape 52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55" name="Freeform: Shape 54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EDC31E-3AFA-A316-88D4-D8BA739DD46A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131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23E4F0-C209-91D6-6962-C5F8CD249E48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50A09B-A667-2C93-CAF7-7AFF4DA57E60}"/>
              </a:ext>
            </a:extLst>
          </p:cNvPr>
          <p:cNvSpPr txBox="1"/>
          <p:nvPr/>
        </p:nvSpPr>
        <p:spPr>
          <a:xfrm>
            <a:off x="368808" y="5910094"/>
            <a:ext cx="2549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Overall good agreement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967C69-FD31-D46F-BADC-C8379F594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4267" y="1004674"/>
            <a:ext cx="6921840" cy="494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95809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EBB04B-7DA6-8F0F-D881-262725C3F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1" name="Freeform: Shape 40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3" name="Freeform: Shape 42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281E32-1D7B-C45A-4C0D-0FB8B7119F9C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171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2F9D1F-BD16-1F55-6259-6F884A88209A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816EF0-CADF-3D00-F844-2A2C47756716}"/>
              </a:ext>
            </a:extLst>
          </p:cNvPr>
          <p:cNvSpPr txBox="1"/>
          <p:nvPr/>
        </p:nvSpPr>
        <p:spPr>
          <a:xfrm>
            <a:off x="368808" y="5910094"/>
            <a:ext cx="2549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Overall good agreement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91A48A-237E-7EE1-DBEF-9173A42564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4267" y="1023596"/>
            <a:ext cx="6921840" cy="4949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042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1C500B-D5DB-F802-9EF5-618B6D7F0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9" name="Freeform: Shape 38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1" name="Freeform: Shape 40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8ED760-DD39-D8D3-1691-283F5C89207A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193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427B7B-54FF-073A-F1D6-C4FF4BCACE8F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125B02-0508-C44D-3C4E-93D0F9E25769}"/>
              </a:ext>
            </a:extLst>
          </p:cNvPr>
          <p:cNvSpPr txBox="1"/>
          <p:nvPr/>
        </p:nvSpPr>
        <p:spPr>
          <a:xfrm>
            <a:off x="368808" y="5910094"/>
            <a:ext cx="2549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Overall good agreement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7CB88B-B305-8717-EF40-1B3CFFE2A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1017359"/>
            <a:ext cx="6894923" cy="4929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728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47E3DE-1BAE-DD89-91C4-638F1B476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Freeform: Shape 29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2" name="Freeform: Shape 31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958A3D-7AD9-A1CB-07E3-F90B5E5D341A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211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A5D557-FA23-7D34-7A47-D69858C64695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0B403E-4D79-BC6E-57B2-4D32411A06AB}"/>
              </a:ext>
            </a:extLst>
          </p:cNvPr>
          <p:cNvSpPr txBox="1"/>
          <p:nvPr/>
        </p:nvSpPr>
        <p:spPr>
          <a:xfrm>
            <a:off x="368808" y="5910094"/>
            <a:ext cx="2549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Overall good agreement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CA3714-305F-2E22-8B22-16A267637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1632" y="1032720"/>
            <a:ext cx="6922008" cy="4949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387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FD5089-CE15-9A9D-9481-06EA52F00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9" name="Freeform: Shape 28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056F64-B8E5-E8F1-8A03-3D9B0D91EAC6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304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078D77-53F5-5060-0835-721F0633FA09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1042DC-A2FC-CFDB-91E5-E99B1F62622E}"/>
              </a:ext>
            </a:extLst>
          </p:cNvPr>
          <p:cNvSpPr txBox="1"/>
          <p:nvPr/>
        </p:nvSpPr>
        <p:spPr>
          <a:xfrm>
            <a:off x="439628" y="5696712"/>
            <a:ext cx="51272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passband show significant deviation.</a:t>
            </a:r>
          </a:p>
          <a:p>
            <a:r>
              <a:rPr lang="en-US" b="1" dirty="0"/>
              <a:t>- Change of atomic data in new Chianti version?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9C7F00-16EC-FE74-3543-9236774B1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1628" y="1029785"/>
            <a:ext cx="6921839" cy="4949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4181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9A5235-4EEC-4CE6-0A7F-B0DDE7532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8" name="Freeform: Shape 27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0" name="Freeform: Shape 29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EA36C7-86A6-0508-8956-9248645BDAD3}"/>
              </a:ext>
            </a:extLst>
          </p:cNvPr>
          <p:cNvSpPr txBox="1"/>
          <p:nvPr/>
        </p:nvSpPr>
        <p:spPr>
          <a:xfrm>
            <a:off x="371094" y="1161288"/>
            <a:ext cx="3438144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Comparison: AIA 335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3D487D-2A8D-A85F-7DEC-FF127A83D5F6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Solid line: SSW calculated response, which used: 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Chianti v-9</a:t>
            </a:r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Feldman coronal abundance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E05E28-6183-8B23-4E92-E8D4A9456DDA}"/>
              </a:ext>
            </a:extLst>
          </p:cNvPr>
          <p:cNvSpPr txBox="1"/>
          <p:nvPr/>
        </p:nvSpPr>
        <p:spPr>
          <a:xfrm>
            <a:off x="368808" y="5910094"/>
            <a:ext cx="2549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Overall good agreement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C423DC-800E-CE25-957E-E46BE25C7A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4099" y="1035866"/>
            <a:ext cx="6922008" cy="4949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7196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271</Words>
  <Application>Microsoft Macintosh PowerPoint</Application>
  <PresentationFormat>Widescreen</PresentationFormat>
  <Paragraphs>52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Mondal, Biswajit (MSFC-ST12)[UAH]</dc:creator>
  <cp:lastModifiedBy>Mondal, Biswajit (MSFC-ST12)[UAH]</cp:lastModifiedBy>
  <cp:revision>6</cp:revision>
  <dcterms:created xsi:type="dcterms:W3CDTF">2026-10-12T20:46:59Z</dcterms:created>
  <dcterms:modified xsi:type="dcterms:W3CDTF">2026-10-15T05:19:05Z</dcterms:modified>
</cp:coreProperties>
</file>